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1" r:id="rId2"/>
    <p:sldId id="257" r:id="rId3"/>
    <p:sldId id="271" r:id="rId4"/>
    <p:sldId id="266" r:id="rId5"/>
    <p:sldId id="272" r:id="rId6"/>
    <p:sldId id="273" r:id="rId7"/>
    <p:sldId id="274" r:id="rId8"/>
    <p:sldId id="275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06" autoAdjust="0"/>
  </p:normalViewPr>
  <p:slideViewPr>
    <p:cSldViewPr snapToGrid="0">
      <p:cViewPr varScale="1">
        <p:scale>
          <a:sx n="68" d="100"/>
          <a:sy n="68" d="100"/>
        </p:scale>
        <p:origin x="616" y="6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303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43919-104D-90E5-73C6-D12F7B6D9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B45E6C-5A44-ABA0-E3BA-9788C1A76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7A331C-8860-0601-B0C5-1E983D222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5FB6D-1B2F-5991-F8E8-0B8906E600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31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7B6DF-0E61-0D4F-1A4D-D8DA66604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39C7B7-60E2-9F49-43DD-4EF4C8D966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8CE372-F5A3-67DF-EC30-E11839C94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7B457-4EFD-8ECF-B4AF-BFB15E14A6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25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5601F-9225-4C60-86CF-8E87165A4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4D4479-AD39-6CE7-77E8-7A3D9E602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A07C99-AF3E-57BF-DEB4-5FE85CD71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AB263-FF8D-082A-1B8E-4880A3C04C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760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92FDF-C16A-75FE-C938-BE5AEFC78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618EAA-1524-B093-107E-656AD86F9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D29C98-FC37-D74E-2041-1FE1B290C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980E9-ECB3-00E1-6CA9-43C1EB9DD2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105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8/30/2026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8/30/2026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8/30/2026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STAGEPOA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PRESENTED BY: MAINA SAMUEL MBAE</a:t>
            </a:r>
          </a:p>
          <a:p>
            <a:r>
              <a:rPr lang="en-US" dirty="0"/>
              <a:t>DATE: 31</a:t>
            </a:r>
            <a:r>
              <a:rPr lang="en-US" baseline="30000" dirty="0"/>
              <a:t>ST</a:t>
            </a:r>
            <a:r>
              <a:rPr lang="en-US" dirty="0"/>
              <a:t> AUGUST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Nairobi relies heavily on matatus for public transportation. </a:t>
            </a:r>
          </a:p>
          <a:p>
            <a:pPr lvl="0"/>
            <a:r>
              <a:rPr lang="en-US" dirty="0"/>
              <a:t>Finding the correct stage can be difficult, especially for new commuters. </a:t>
            </a:r>
          </a:p>
          <a:p>
            <a:pPr lvl="0"/>
            <a:r>
              <a:rPr lang="en-US" dirty="0"/>
              <a:t>Route information is often scattered or difficult to verify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61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006B4-5DAA-AB18-B087-70FC86E02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E6E3E-FE5F-E2E5-338E-91FB96F3C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STAGEPOA’S SOUTION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F41A2-E903-DCB4-B57E-5F218B152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StagePoa</a:t>
            </a:r>
            <a:r>
              <a:rPr lang="en-US" dirty="0"/>
              <a:t> is a web application that helps users:</a:t>
            </a:r>
          </a:p>
          <a:p>
            <a:r>
              <a:rPr lang="en-US" b="1" dirty="0"/>
              <a:t>Search → Find a Stage → View Route Information → Get Directions</a:t>
            </a:r>
            <a:endParaRPr lang="en-US" dirty="0"/>
          </a:p>
          <a:p>
            <a:r>
              <a:rPr lang="en-US" dirty="0"/>
              <a:t>It brings useful matatu-stage information together in one platform.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472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 Search for destinations </a:t>
            </a:r>
          </a:p>
          <a:p>
            <a:pPr lvl="0"/>
            <a:r>
              <a:rPr lang="en-US" dirty="0"/>
              <a:t> Find relevant matatu stages </a:t>
            </a:r>
          </a:p>
          <a:p>
            <a:pPr lvl="0"/>
            <a:r>
              <a:rPr lang="en-US" dirty="0"/>
              <a:t>View routes and destinations </a:t>
            </a:r>
          </a:p>
          <a:p>
            <a:pPr lvl="0"/>
            <a:r>
              <a:rPr lang="en-US" dirty="0"/>
              <a:t>See estimated fare ranges </a:t>
            </a:r>
          </a:p>
          <a:p>
            <a:pPr lvl="0"/>
            <a:r>
              <a:rPr lang="en-US" dirty="0"/>
              <a:t>View SACCO information 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 See stage status </a:t>
            </a:r>
          </a:p>
          <a:p>
            <a:pPr lvl="0"/>
            <a:r>
              <a:rPr lang="en-US" dirty="0"/>
              <a:t> View estimated waiting times </a:t>
            </a:r>
          </a:p>
          <a:p>
            <a:pPr lvl="0"/>
            <a:r>
              <a:rPr lang="en-US" dirty="0"/>
              <a:t> Get directions to a stage </a:t>
            </a:r>
          </a:p>
          <a:p>
            <a:pPr lvl="0"/>
            <a:r>
              <a:rPr lang="en-US" dirty="0"/>
              <a:t> Save favorite stages </a:t>
            </a:r>
          </a:p>
          <a:p>
            <a:pPr lvl="0"/>
            <a:r>
              <a:rPr lang="en-US" dirty="0"/>
              <a:t> User authentication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171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48AE5-0CE7-E9F0-ED4C-0F8D65470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2F19A-98C5-70E4-05D2-65975FE5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STAGEPOA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C97D7-111A-9F39-D6A8-895E495DF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Choose your destination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Find your stage</a:t>
            </a:r>
            <a:r>
              <a:rPr lang="en-US" dirty="0"/>
              <a:t> . </a:t>
            </a:r>
          </a:p>
          <a:p>
            <a:pPr lvl="0"/>
            <a:r>
              <a:rPr lang="en-US" b="1" dirty="0"/>
              <a:t>Choose your route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Get directions</a:t>
            </a:r>
            <a:r>
              <a:rPr lang="en-US" dirty="0"/>
              <a:t> </a:t>
            </a:r>
          </a:p>
          <a:p>
            <a:pPr marL="274320" lvl="1" indent="0">
              <a:buNone/>
            </a:pP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771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966FD-7FFE-9114-F944-4F1DFD1C3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85FDD-BEEA-0091-CD5E-71A4B7338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E4189-89FE-DE8B-CF81-0CB07614C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16A86D-F2E3-F4C8-FF88-7C9AC167E29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 Vite</a:t>
            </a:r>
          </a:p>
          <a:p>
            <a:pPr lvl="0"/>
            <a:r>
              <a:rPr lang="en-US" dirty="0" err="1"/>
              <a:t>Javascript</a:t>
            </a:r>
            <a:endParaRPr lang="en-US" dirty="0"/>
          </a:p>
          <a:p>
            <a:pPr lvl="0"/>
            <a:r>
              <a:rPr lang="en-US" dirty="0" err="1"/>
              <a:t>Tailwindcss</a:t>
            </a:r>
            <a:endParaRPr lang="en-US" dirty="0"/>
          </a:p>
          <a:p>
            <a:pPr lvl="0"/>
            <a:r>
              <a:rPr lang="en-US" dirty="0" err="1"/>
              <a:t>Lucide</a:t>
            </a:r>
            <a:r>
              <a:rPr lang="en-US" dirty="0"/>
              <a:t> react</a:t>
            </a:r>
          </a:p>
          <a:p>
            <a:pPr lvl="0"/>
            <a:r>
              <a:rPr lang="en-US" dirty="0"/>
              <a:t>Firebase Authentication</a:t>
            </a:r>
          </a:p>
          <a:p>
            <a:pPr lvl="0"/>
            <a:r>
              <a:rPr lang="en-US" dirty="0"/>
              <a:t>Firebase </a:t>
            </a:r>
            <a:r>
              <a:rPr lang="en-US" dirty="0" err="1"/>
              <a:t>Firestore</a:t>
            </a:r>
            <a:endParaRPr lang="en-US" dirty="0"/>
          </a:p>
          <a:p>
            <a:pPr lvl="0"/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0DFD4-2737-A346-75A6-61169F23E6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1579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D5BDA-C49C-FCB7-4051-DC15E9EBB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55165-9BAC-CA02-0582-11967CB59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1E8DF-BFBA-208B-3838-3B4B75088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981201"/>
            <a:ext cx="9601200" cy="4181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Responsive sidebar behavior </a:t>
            </a:r>
          </a:p>
          <a:p>
            <a:pPr lvl="0"/>
            <a:r>
              <a:rPr lang="en-US" dirty="0"/>
              <a:t>Managing shared state for favorites </a:t>
            </a:r>
          </a:p>
          <a:p>
            <a:pPr lvl="0"/>
            <a:r>
              <a:rPr lang="en-US" dirty="0"/>
              <a:t>Firebase configuration and environment variables </a:t>
            </a:r>
          </a:p>
          <a:p>
            <a:pPr lvl="0"/>
            <a:r>
              <a:rPr lang="en-US" dirty="0"/>
              <a:t>Integrating stage information into the application </a:t>
            </a:r>
          </a:p>
          <a:p>
            <a:pPr lvl="0"/>
            <a:r>
              <a:rPr lang="en-US" dirty="0"/>
              <a:t>Routing between pages </a:t>
            </a:r>
          </a:p>
          <a:p>
            <a:pPr lvl="0"/>
            <a:r>
              <a:rPr lang="en-US" dirty="0"/>
              <a:t>Making the UI responsive </a:t>
            </a:r>
          </a:p>
          <a:p>
            <a:pPr lvl="0"/>
            <a:r>
              <a:rPr lang="en-US" dirty="0"/>
              <a:t>Working collaboratively with Git/GitHub </a:t>
            </a:r>
          </a:p>
          <a:p>
            <a:pPr lvl="0"/>
            <a:r>
              <a:rPr lang="en-US" dirty="0"/>
              <a:t>Managing branches and merging changes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2422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0A7C5-9D24-108A-AEA2-335E17DA0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7BCE3-0ECC-CF69-C7A4-4304B99A2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074EE-287E-BC0A-26B0-DCC70728D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646238"/>
            <a:ext cx="9601200" cy="451602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 Live user location </a:t>
            </a:r>
          </a:p>
          <a:p>
            <a:pPr lvl="0"/>
            <a:r>
              <a:rPr lang="en-US" dirty="0"/>
              <a:t>Interactive map integration </a:t>
            </a:r>
          </a:p>
          <a:p>
            <a:pPr lvl="0"/>
            <a:r>
              <a:rPr lang="en-US" dirty="0"/>
              <a:t>Real-time traffic information </a:t>
            </a:r>
          </a:p>
          <a:p>
            <a:pPr lvl="0"/>
            <a:r>
              <a:rPr lang="en-US" dirty="0"/>
              <a:t>Real-time crowd levels </a:t>
            </a:r>
          </a:p>
          <a:p>
            <a:pPr lvl="0"/>
            <a:r>
              <a:rPr lang="en-US" dirty="0"/>
              <a:t>More accurate live fare information </a:t>
            </a:r>
          </a:p>
          <a:p>
            <a:pPr lvl="0"/>
            <a:r>
              <a:rPr lang="en-US" dirty="0"/>
              <a:t> Route/vehicle tracking </a:t>
            </a:r>
          </a:p>
          <a:p>
            <a:pPr lvl="0"/>
            <a:r>
              <a:rPr lang="en-US" dirty="0"/>
              <a:t>User reviews and ratings </a:t>
            </a:r>
          </a:p>
          <a:p>
            <a:pPr lvl="0"/>
            <a:r>
              <a:rPr lang="en-US" dirty="0"/>
              <a:t> Travel notifications </a:t>
            </a:r>
          </a:p>
          <a:p>
            <a:pPr lvl="0"/>
            <a:r>
              <a:rPr lang="en-US" dirty="0"/>
              <a:t>Progressive Web App/mobile experience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864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6229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12</TotalTime>
  <Words>241</Words>
  <Application>Microsoft Office PowerPoint</Application>
  <PresentationFormat>Widescreen</PresentationFormat>
  <Paragraphs>66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Diamond Grid 16x9</vt:lpstr>
      <vt:lpstr>STAGEPOA</vt:lpstr>
      <vt:lpstr>PROBLEM STATEMENT</vt:lpstr>
      <vt:lpstr>STAGEPOA’S SOUTION</vt:lpstr>
      <vt:lpstr>KEY FEATURES</vt:lpstr>
      <vt:lpstr>HOW STAGEPOA WORKS</vt:lpstr>
      <vt:lpstr>TECHNOLOGIES USED</vt:lpstr>
      <vt:lpstr>CHALLENGES FACED</vt:lpstr>
      <vt:lpstr>FUTURE IMPROVEMENTS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maina</dc:creator>
  <cp:lastModifiedBy>samuel maina</cp:lastModifiedBy>
  <cp:revision>1</cp:revision>
  <dcterms:created xsi:type="dcterms:W3CDTF">2026-08-30T18:26:50Z</dcterms:created>
  <dcterms:modified xsi:type="dcterms:W3CDTF">2026-08-30T18:39:10Z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